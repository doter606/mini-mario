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2E8184-4F9B-4772-8AFD-7827B44CCB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CCE098-E919-4B81-9E19-1C306255E5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Добавьте изображение двойным щелчком мыши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30D087D-1224-4F9C-B546-AF259E32B6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43577B-2B65-485D-B09B-45A0256C59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C4EA0A5-7579-4EF2-B2F4-59F022318A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5B77AD-F103-4746-A7F0-079180F761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DA1604-1AC3-410A-AFEF-D0C4D6673E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C8A745-0959-469F-97A8-B7BFFD86CD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479C97-2A33-4C92-9ACC-6D8D4EB9C7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E13058-2D4E-461E-BD52-9E7904F256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272BFD-2278-4C45-8CB0-9951DFEBCF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366360" y="1994040"/>
            <a:ext cx="50932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MINI -MARIO</a:t>
            </a:r>
            <a:endParaRPr lang="ru-RU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744720" y="3566160"/>
            <a:ext cx="467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2D-платформер на Python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613320" y="5029200"/>
            <a:ext cx="4934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48640" y="365760"/>
            <a:ext cx="3807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ЦЕЛЬ И ЗАДАЧИ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1737360"/>
            <a:ext cx="106977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Цель проекта: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Создать 2D-платформер на Python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Задачи: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Освоить библиотеку Pygame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Сделать 4 уровня с растущей сложностью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Оформить игру в классическом стиле Mario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48640" y="365760"/>
            <a:ext cx="6597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ИСПОЛЬЗУЕМЫЕ ТЕХНОЛОГИИ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731520" y="1737360"/>
            <a:ext cx="10697760" cy="31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Язык программирования: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Python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Библиотеки: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pygame — графика, события, звук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math — тригонометрия (траектории снарядов)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random — случайные атаки босса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sys, traceback — служебные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48640" y="365760"/>
            <a:ext cx="4644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АРХИТЕКТУРА ИГРЫ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1520" y="1737360"/>
            <a:ext cx="10697760" cy="22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Основные классы: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Player — игрок и физика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Enemy — зелёный слизень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Goomba — фиолетовый слизень (прыгун)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Boss — дракончик с 4 атаками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Coin, Key, Cage, Portal — игровые объекты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Level — сборка и отрисовка уровня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548640" y="365760"/>
            <a:ext cx="4644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ГЛАВНЫЙ ПЕРСОНАЖ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731520" y="1737360"/>
            <a:ext cx="10697760" cy="31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Игрок: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Управление: ← → / A D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Прыжок: SPACE / ↑ / W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Здоровье: 3 HP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Собирает монеты, ключи, проходит уровни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Технические решения: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Jump Buffer — буфер нажатия (8 кадров)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Coyote Time — прыжок после схода с платформы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•  Пиксель-арт спрайт 16×24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365760"/>
            <a:ext cx="1575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ВРАГИ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31520" y="1737360"/>
            <a:ext cx="106977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Зелёный слизень: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Патрулирует платформу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Убивается прыжком сверху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Фиолетовый слизень(попрыгунчик):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То же самое что и зелёный только ещё прыгает раз в 3 секунды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Оба наносят урон при боковом касании.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548640" y="365760"/>
            <a:ext cx="4644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БОСС — ДРАКОНЧИК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731520" y="1737360"/>
            <a:ext cx="10697760" cy="31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Характеристики: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HP: 8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Неуязвимость:после удара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Режим ЯРОСТИ при HP меньше 3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4 типа атак: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Залп из 3 снарядов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Веер из 7 снарядов (по кругу)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Прыжок с ударной волной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Рывок к игроку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13680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48640" y="365760"/>
            <a:ext cx="5202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РЕЗУЛЬТАТЫ ПРОЕКТА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731520" y="1737360"/>
            <a:ext cx="1069776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Что реализовано: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4 полноценных уровня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3 типа врагов (2 слизня, босс)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Полноценный босс с 5 атаками и яростью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0" y="0"/>
            <a:ext cx="12188160" cy="136440"/>
          </a:xfrm>
          <a:prstGeom prst="rect">
            <a:avLst/>
          </a:prstGeom>
          <a:solidFill>
            <a:srgbClr val="FFB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48640" y="365760"/>
            <a:ext cx="548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ВОЗМОЖНЫЕ УЛУЧШЕНИЯ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731520" y="1737360"/>
            <a:ext cx="10697760" cy="27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В следующей версии: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Звуки и музыка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Больше уровней и боссов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Чтобы за монетки что то давало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Паузу с менюшкой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Сохранение прогресса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Бонусы типа грибочка из марио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0F0EB"/>
                </a:solidFill>
                <a:effectLst/>
                <a:uFillTx/>
                <a:latin typeface="Consolas"/>
              </a:rPr>
              <a:t>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31520" y="2011680"/>
            <a:ext cx="106977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FFB030"/>
                </a:solidFill>
                <a:effectLst/>
                <a:uFillTx/>
                <a:latin typeface="Consolas"/>
              </a:rPr>
              <a:t>СПАСИБО ЗА ВНИМАНИЕ!</a:t>
            </a:r>
            <a:endParaRPr lang="ru-RU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731520" y="356616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65600" y="5760000"/>
            <a:ext cx="6314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888888"/>
                </a:solidFill>
                <a:effectLst/>
                <a:uFillTx/>
                <a:latin typeface="Consolas"/>
              </a:rPr>
              <a:t>АвторS: Гречко Станислав, Максим Бобков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2026-09-29T12:55:20Z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